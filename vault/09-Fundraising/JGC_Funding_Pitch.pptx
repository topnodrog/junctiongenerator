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D9A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JunctionGenerator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JGC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8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Fighting Crypto Fraud with Useful Computation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6126480"/>
          </a:xfrm>
          <a:prstGeom prst="rect">
            <a:avLst/>
          </a:prstGeom>
          <a:solidFill>
            <a:srgbClr val="00D9A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$14.4B in annual crypto losses to fraud and scams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Users can't verify code execution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Smart contracts are blackboxes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Centralized oracles are susceptible to manipulation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way to prove fairness in automated systems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Solution: Proof of Useful Computation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6126480"/>
          </a:xfrm>
          <a:prstGeom prst="rect">
            <a:avLst/>
          </a:prstGeom>
          <a:solidFill>
            <a:srgbClr val="00D9A3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88720"/>
            <a:ext cx="7680960" cy="73152"/>
          </a:xfrm>
          <a:prstGeom prst="rect">
            <a:avLst/>
          </a:prstGeom>
          <a:solidFill>
            <a:srgbClr val="00D9A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computation layer where useful work = cryptographic proof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inference becomes a consensus mechanism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Deterministic replay + multi-signer verification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Honest computation is economically incentivized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Collusion-hardened through quorum requirements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JGC?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6126480"/>
          </a:xfrm>
          <a:prstGeom prst="rect">
            <a:avLst/>
          </a:prstGeom>
          <a:solidFill>
            <a:srgbClr val="00D9A3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88720"/>
            <a:ext cx="2651760" cy="457200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666666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Layer-1 Blockchain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1920240"/>
            <a:ext cx="2286000" cy="45720"/>
          </a:xfrm>
          <a:prstGeom prst="rect">
            <a:avLst/>
          </a:prstGeom>
          <a:solidFill>
            <a:srgbClr val="00D9A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0312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Junctioning: Local inference compression with deterministic replay verification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651760" cy="457200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666666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JGC Coin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83280" y="1920240"/>
            <a:ext cx="2286000" cy="45720"/>
          </a:xfrm>
          <a:prstGeom prst="rect">
            <a:avLst/>
          </a:prstGeom>
          <a:solidFill>
            <a:srgbClr val="00D9A3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210312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currency. 16 decimals. Rewards honest validators and computation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0" y="1188720"/>
            <a:ext cx="2651760" cy="457200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666666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85216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Model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852160" y="1920240"/>
            <a:ext cx="2286000" cy="45720"/>
          </a:xfrm>
          <a:prstGeom prst="rect">
            <a:avLst/>
          </a:prstGeom>
          <a:solidFill>
            <a:srgbClr val="00D9A3"/>
          </a:solidFill>
          <a:ln/>
        </p:spPr>
      </p:sp>
      <p:sp>
        <p:nvSpPr>
          <p:cNvPr id="16" name="Text 14"/>
          <p:cNvSpPr/>
          <p:nvPr/>
        </p:nvSpPr>
        <p:spPr>
          <a:xfrm>
            <a:off x="5852160" y="210312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+ Quorum. Multi-challenger collusion-hardened consensus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Architecture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6126480"/>
          </a:xfrm>
          <a:prstGeom prst="rect">
            <a:avLst/>
          </a:prstGeom>
          <a:solidFill>
            <a:srgbClr val="00D9A3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88720"/>
            <a:ext cx="228600" cy="228600"/>
          </a:xfrm>
          <a:prstGeom prst="rect">
            <a:avLst/>
          </a:prstGeom>
          <a:solidFill>
            <a:srgbClr val="00D9A3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1887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a" pitchFamily="34" charset="0"/>
                <a:ea typeface="Calibria" pitchFamily="34" charset="-122"/>
                <a:cs typeface="Calibria" pitchFamily="34" charset="-120"/>
              </a:rPr>
              <a:t>Layer-1: Junctioning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5087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inference via Gemma-4/Ollama, deterministic execution traces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194560"/>
            <a:ext cx="7680960" cy="0"/>
          </a:xfrm>
          <a:prstGeom prst="line">
            <a:avLst/>
          </a:prstGeom>
          <a:noFill/>
          <a:ln w="25400">
            <a:solidFill>
              <a:srgbClr val="00D9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377440"/>
            <a:ext cx="228600" cy="2286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3774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Layer: Multi-Challenger Quorum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974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verification + Sampling + Honest majority quorum consensus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383280"/>
            <a:ext cx="7680960" cy="0"/>
          </a:xfrm>
          <a:prstGeom prst="line">
            <a:avLst/>
          </a:prstGeom>
          <a:noFill/>
          <a:ln w="25400">
            <a:solidFill>
              <a:srgbClr val="00D9A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566160"/>
            <a:ext cx="228600" cy="2286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566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 Layer: Slashing &amp; Rewards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88620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Validators stake JGC. Honest work rewarded; dishonest behavior economically punished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 Economics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6126480"/>
          </a:xfrm>
          <a:prstGeom prst="rect">
            <a:avLst/>
          </a:prstGeom>
          <a:solidFill>
            <a:srgbClr val="00D9A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JGC Supply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3840480" cy="457200"/>
          </a:xfrm>
          <a:prstGeom prst="rect">
            <a:avLst/>
          </a:prstGeom>
          <a:solidFill>
            <a:srgbClr val="00D9A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4447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Supply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16 decimal precision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Single-absorber dust mitigation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Deflationary through slashing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Incentive Flows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1645920"/>
            <a:ext cx="38404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Validators: Stake JGC, earn rewards for honest verification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Compute Nodes: Run inference, earn fees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Network: Deflationary model incentivizes holding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6126480"/>
          </a:xfrm>
          <a:prstGeom prst="rect">
            <a:avLst/>
          </a:prstGeom>
          <a:solidFill>
            <a:srgbClr val="00D9A3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188720"/>
            <a:ext cx="274320" cy="274320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143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Testnet Live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4447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0" y="1143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9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COMPLETE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377440"/>
            <a:ext cx="274320" cy="27432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2331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Layer-1 Junctioning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263347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2331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LIVE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3566160"/>
            <a:ext cx="274320" cy="274320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3520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Mainnet Launch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38221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3520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6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" y="4754880"/>
            <a:ext cx="274320" cy="274320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18" name="Text 16"/>
          <p:cNvSpPr/>
          <p:nvPr/>
        </p:nvSpPr>
        <p:spPr>
          <a:xfrm>
            <a:off x="1280160" y="470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Exchange Integration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501091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4709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6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Opportunity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6126480"/>
          </a:xfrm>
          <a:prstGeom prst="rect">
            <a:avLst/>
          </a:prstGeom>
          <a:solidFill>
            <a:srgbClr val="00D9A3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88720"/>
            <a:ext cx="7680960" cy="73152"/>
          </a:xfrm>
          <a:prstGeom prst="rect">
            <a:avLst/>
          </a:prstGeom>
          <a:solidFill>
            <a:srgbClr val="00D9A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$14.4B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crypto fraud losses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AI markets need verifiable computation infrastructure: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 protocols seeking oracle alternatives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inference marketplaces needing proof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Enterprise smart contracts requiring auditability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Compliance demand for transparent verification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JGC?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6126480"/>
          </a:xfrm>
          <a:prstGeom prst="rect">
            <a:avLst/>
          </a:prstGeom>
          <a:solidFill>
            <a:srgbClr val="00D9A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12344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Collusion-Resistant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5544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Multi-challenger quorum prevents validator cartels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0" y="12344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0" y="15544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computation = verifiable results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💡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188720" y="3794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Useful Work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41148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inference is the proof—not wasted energy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486400" y="3794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Cryptoeconomic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0" y="41148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Slashing ensures honest participation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D9A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Build Trustworthy Computation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JGC: Fighting Fraud. Proving Computation. Reshaping Trust.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james_gordon@junctiongenerator.net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5486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junctiongenerator.net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2026-06-22T14:42:35Z</dcterms:created>
  <dcterms:modified xsi:type="dcterms:W3CDTF">2026-06-22T14:42:35Z</dcterms:modified>
</cp:coreProperties>
</file>